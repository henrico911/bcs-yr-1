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41600"/>
            <a:ext cx="91440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000" y="304800"/>
            <a:ext cx="71120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304800"/>
            <a:ext cx="638810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304800"/>
            <a:ext cx="78232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304800"/>
            <a:ext cx="78232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72136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800" y="304800"/>
            <a:ext cx="6502400" cy="477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0" y="304800"/>
            <a:ext cx="75184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16000"/>
            <a:ext cx="91440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7620000" cy="5816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400" y="304800"/>
            <a:ext cx="4673600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680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400" y="304800"/>
            <a:ext cx="44704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680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7112000" cy="3860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304800"/>
            <a:ext cx="7924800" cy="5816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7416800" cy="5816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000" y="304800"/>
            <a:ext cx="8636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72136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680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04800"/>
            <a:ext cx="8331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680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84328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04800"/>
            <a:ext cx="82296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680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84328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8432800" cy="5816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80264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80264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84328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680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62992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04800"/>
            <a:ext cx="7620000" cy="58166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7600" y="304800"/>
            <a:ext cx="80264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304800"/>
            <a:ext cx="84328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04800"/>
            <a:ext cx="9144000" cy="589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2022-01-21T08:30:01Z</dcterms:created>
  <dcterms:modified xsi:type="dcterms:W3CDTF">2022-01-21T08:30:01Z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2010-02-17T00:00:00Z</vt:filetime>
  </property>
  <property fmtid="{D5CDD505-2E9C-101B-9397-08002B2CF9AE}" pid="3" name="Creator">
    <vt:lpwstr>Adobe Acrobat 8.17</vt:lpwstr>
  </property>
  <property fmtid="{D5CDD505-2E9C-101B-9397-08002B2CF9AE}" pid="4" name="LastSaved">
    <vt:filetime>2022-01-21T00:00:00Z</vt:filetime>
  </property>
</Properties>
</file>